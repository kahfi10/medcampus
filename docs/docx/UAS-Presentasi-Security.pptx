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FF"/>
                </a:solidFill>
                <a:latin typeface="Calibri"/>
              </a:rPr>
              <a:t>UAS — Pengembangan Keamanan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MedCampus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FF"/>
                </a:solidFill>
                <a:latin typeface="Calibri"/>
              </a:rPr>
              <a:t>Sistem Rekam Medis Klinik Kampus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46120"/>
            <a:ext cx="45720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429000"/>
            <a:ext cx="21945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1-8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429000"/>
            <a:ext cx="2194560" cy="34747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45 Issues Fixed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429000"/>
            <a:ext cx="2194560" cy="347472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2FA + Argon2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429000"/>
            <a:ext cx="2194560" cy="34747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AES-256-GCM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Ashabul Kahfi  ·  105841100121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Marhepi Rahmadani  ·  105841109523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Afra Muawiya  ·  105841108423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E6E73"/>
                </a:solidFill>
                <a:latin typeface="Calibri"/>
              </a:rPr>
              <a:t>Alyah Saputri Bakri  ·  105841107723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Universitas Muhammadiyah Makassar  ·  Informatika  ·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medcampus.duckdns.org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9436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033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Latar Belakang &amp; Hasil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45 issues dari audit menyeluruh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59436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007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1 — Critical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9476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trust proxy, rate limits, CORS, JWT algo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40864"/>
            <a:ext cx="59436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4086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3682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2 &amp; 3 — Token &amp;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151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httpOnly cookie, blacklist, lockout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08376"/>
            <a:ext cx="594360" cy="5029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0837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35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4 — Data Encryption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826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AES-256-GCM untuk data medis sensitif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05840"/>
            <a:ext cx="594360" cy="5029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05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0332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5 &amp; 6 — Headers &amp; 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280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CSP, Nginx,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73352"/>
            <a:ext cx="594360" cy="50292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7335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7007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7 — Advanced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9476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2FA TOTP, Argon2, GitHub 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340864"/>
            <a:ext cx="594360" cy="5029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4086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3682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8 &amp; Hasil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151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security.txt, before/after, verifikasi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08376"/>
            <a:ext cx="594360" cy="5029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0837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035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Penutup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826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Kesimpulan &amp; rekomendasi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Hasil Audit Keamanan — 45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Total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234440"/>
            <a:ext cx="54864" cy="1188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234440"/>
            <a:ext cx="54864" cy="1188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23444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234440"/>
            <a:ext cx="54864" cy="1188720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Medium/Low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Critical &amp; High Findings: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999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JWT di localStorage — XSS dapat mencuri token akses penuh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92424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198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Logout tidak invalidasi token — tetap valid 1 jam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13048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trust proxy tidak diset — rate limiter tidak berfungsi di 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33672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261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Stok obat tidak berkurang saat resep dibuat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54296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6817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Data medis (diagnosa, tindakan) tanpa enkripsi di 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4920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023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Tidak ada account lockout — brute force bebas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95544"/>
            <a:ext cx="274320" cy="34747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5229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Calibri"/>
              </a:rPr>
              <a:t>No rate limit /register &amp; /refresh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Critical Fixes &amp; Quick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Perbaikan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Implementasi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Tujuan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Trust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app.set('trust proxy',1)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Rate limiter baca IP asli dari Nginx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Rate /register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registerLimiter: 5/jam/IP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Cegah mass account creation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Rate /refresh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refreshLimiter: 20/15min/IP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Cegah refresh token 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CORS fix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Hapus !origin bypass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Production: wajib ada Origin header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JWT explicit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algorithm:'HS256'+jti+iss+aud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Cegah algorithm confusion 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HPP middleware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app.use(hpp())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Cegah ?role=A&amp;role=B pollution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Nginx SSL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TLSv1.2+1.3, HSTS preload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Disable TLS 1.0/1.1, cipher modern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Port fix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client port 4000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Konsisten dengan Nginx proxy_pass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Token Architecture + Account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Stage 2 — httpOnly Cookies &amp; Token Blacklist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JWT dipindahkan ke httpOnly;Secure;SameSite=Strict cookie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RefreshToken table: id, jti, tokenHash(SHA-256), expiresAt, revokedAt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Token rotation: refresh token lama di-revoke setiap /refresh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Logout sekarang revoke token di DB — bukan hanya hapus client-side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POST /api/auth/logout-all: revoke semua device sekaligus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Stage 3 — Account Lockout &amp; Change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failedLoginAttempts + lockedUntil di tabel User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Auto-lock 15 menit setelah 5x login gagal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Counter reset ke 0 setelah login berhasil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PUT /api/auth/change-password — verif password lama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Change password: revoke SEMUA session aktif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Frontend profil: form change password fungsional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303520" cy="640080"/>
          </a:xfrm>
          <a:prstGeom prst="rect">
            <a:avLst/>
          </a:prstGeom>
          <a:solidFill>
            <a:srgbClr val="FF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B30"/>
                </a:solidFill>
                <a:latin typeface="Calibri"/>
              </a:rPr>
              <a:t>BEFORE: Token di localStorage → XSS = game 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114800"/>
            <a:ext cx="5303520" cy="6400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B86A"/>
                </a:solidFill>
                <a:latin typeface="Calibri"/>
              </a:rPr>
              <a:t>AFTER: httpOnly cookie → JavaScript tidak bisa baca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303520" cy="640080"/>
          </a:xfrm>
          <a:prstGeom prst="rect">
            <a:avLst/>
          </a:prstGeom>
          <a:solidFill>
            <a:srgbClr val="FF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B30"/>
                </a:solidFill>
                <a:latin typeface="Calibri"/>
              </a:rPr>
              <a:t>BEFORE: Brute force bebas — tidak ada lockout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7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937760"/>
            <a:ext cx="5303520" cy="6400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983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B86A"/>
                </a:solidFill>
                <a:latin typeface="Calibri"/>
              </a:rPr>
              <a:t>AFTER: 5x gagal → lock 15 menit +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Enkripsi Data Medis — AES-256-GCM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Calibri"/>
              </a:rPr>
              <a:t>Masalah: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Calibri"/>
              </a:rPr>
              <a:t>Data diagnosa, tindakan, dan catatan medis tersimpan sebagai plaintext di database.
Jika database bocor/diretas, seluruh data medis pasien langsung terbaca.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B86A"/>
                </a:solidFill>
                <a:latin typeface="Calibri"/>
              </a:rPr>
              <a:t>Solusi: AES-256-GCM Encryption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IV 96-bit (random per record) + Auth Tag 128-bit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Format: iv:authTag:ciphertext (base64, colon-separated)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ENCRYPTION_KEY: 32-byte hex di .env (tidak di-commit)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Enkripsi saat simpan, dekripsi saat baca — transparan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Backward compatible: data lama dikembalikan 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Field yang Dienkripsi: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27632"/>
            <a:ext cx="5212080" cy="530352"/>
          </a:xfrm>
          <a:prstGeom prst="rect">
            <a:avLst/>
          </a:prstGeom>
          <a:solidFill>
            <a:srgbClr val="EB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627632"/>
            <a:ext cx="54864" cy="5303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73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diagnosa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019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Model: RekamMedis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49424"/>
            <a:ext cx="5212080" cy="530352"/>
          </a:xfrm>
          <a:prstGeom prst="rect">
            <a:avLst/>
          </a:prstGeom>
          <a:solidFill>
            <a:srgbClr val="EB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249424"/>
            <a:ext cx="54864" cy="5303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295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tindakan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237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Model: RekamMedis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71216"/>
            <a:ext cx="5212080" cy="530352"/>
          </a:xfrm>
          <a:prstGeom prst="rect">
            <a:avLst/>
          </a:prstGeom>
          <a:solidFill>
            <a:srgbClr val="EB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871216"/>
            <a:ext cx="54864" cy="5303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916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catatan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1455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Model: RekamMedis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493008"/>
            <a:ext cx="5212080" cy="530352"/>
          </a:xfrm>
          <a:prstGeom prst="rect">
            <a:avLst/>
          </a:prstGeom>
          <a:solidFill>
            <a:srgbClr val="EBF4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493008"/>
            <a:ext cx="54864" cy="5303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5387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alergi (planned)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767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Model: 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5303520" cy="594360"/>
          </a:xfrm>
          <a:prstGeom prst="rect">
            <a:avLst/>
          </a:prstGeom>
          <a:solidFill>
            <a:srgbClr val="FF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30"/>
                </a:solidFill>
                <a:latin typeface="Calibri"/>
              </a:rPr>
              <a:t>DB sebelum: diagnosa='Hipertensi Grade 2'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532120"/>
            <a:ext cx="5303520" cy="59436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577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B86A"/>
                </a:solidFill>
                <a:latin typeface="Calibri"/>
              </a:rPr>
              <a:t>DB sesudah: diagnosa='abc123...==:xyz456...==:Xk9pQ...'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5 &amp;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Security Headers +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Stage 5 — CSP &amp; Nginx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frameAncestors: 'none' — blokir clickjacking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formAction: 'self' — cegah form hijacking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Permissions-Policy: camera=(), microphone=()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HSTS: max-age=31536000; preload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ssl_protocols TLSv1.2 TLSv1.3 (disable TLS 1.0/1.1)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client_max_body_size 10k di Nginx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proxy_hide_header X-Powered-By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Calibri"/>
              </a:rPr>
              <a:t>Stage 6 — Monitoring &amp;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Cleanup job: setiap 6 jam otomatis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Hapus expired tokens dari RefreshToken table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Hapus audit logs &gt; 90 hari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Reset lockout yang sudah kedaluwarsa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Anomaly: &gt;20 failed login dari 1 IP/15 menit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Anomaly: &gt;30 akses rekam medis dalam 5 menit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D1D1F"/>
                </a:solidFill>
                <a:latin typeface="Calibri"/>
              </a:rPr>
              <a:t>•  Anomaly: &gt;3 IP berbeda per user dalam 1 jam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617720"/>
            <a:ext cx="54864" cy="1188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Headers Added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017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+6 directives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461772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4617720"/>
            <a:ext cx="54864" cy="1188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TLS Downgrade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017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Blocked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61772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4617720"/>
            <a:ext cx="54864" cy="11887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Cleanup 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0017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Every 6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461772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4617720"/>
            <a:ext cx="54864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Anomaly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0017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3 detectors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2FA, Argon2, GitHub Actions SAST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56D6"/>
                </a:solidFill>
                <a:latin typeface="Calibri"/>
              </a:rPr>
              <a:t>Two-Factor Authentication (TOTP)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POST /api/2fa/setup — generate secret + QR PNG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POST /api/2fa/verify — confirm &amp; enable 2FA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POST /api/2fa/disable — butuh TOTP konfirmasi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Compatible: Google Authenticator, Authy, dll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RFC 6238 TOTP, window ±30 detik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56D6"/>
                </a:solidFill>
                <a:latin typeface="Calibri"/>
              </a:rPr>
              <a:t>Argon2 — Lazy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7276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Memory: 64MB, Time: 3 iter, Parallel: 4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Lebih aman dari bcrypt (memory-hard)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Lazy migration: bcrypt → argon2 saat login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Transparan — user tidak perlu ganti password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verifyPassword() support keduanya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56D6"/>
                </a:solidFill>
                <a:latin typeface="Calibri"/>
              </a:rPr>
              <a:t>GitHub Actions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7276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Trigger: setiap push ke main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npm audit (SCA) — server+client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ESLint Security Plugin (SAST)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Semgrep: OWASP+NodeJS+JWT rules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Artifacts: hasil scan tersimpan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61188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>
                    <a:solidFill>
                      <a:srgbClr val="585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SCA — npm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Server 0 vuln, client risk accepted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SAST — Semgrep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1 annotation, no critical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SAST — ESLint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Fixed: prisma generate + eslint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8 +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Polish &amp; Perbandingan Before vs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Calibri"/>
              </a:rPr>
              <a:t>Stage 8: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security.txt (RFC 9116)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Hapus 7 unused deps (axios, jwt-decode, dll)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D1D1F"/>
                </a:solidFill>
                <a:latin typeface="Calibri"/>
              </a:rPr>
              <a:t>•  GitHub Actions CI/CD aktif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31920" y="1143000"/>
          <a:ext cx="795527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Sebelum (UTS)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Sesudah (UAS)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Token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localStorage (XSS)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httpOnly cookie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Logout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Token tetap valid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Revoke di DB + clear cookie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Brute force bebas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Lockout 15 menit / 5 gagal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Data Medis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Plaintext di DB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AES-256-GCM encrypted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Password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Argon2 (lazy migration)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2FA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Tidak ada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TOTP via Google Auth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Rate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/login saja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/login + /register + /refresh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CI/CD Security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GitHub Actions auto per push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B86A"/>
                </a:solidFill>
                <a:latin typeface="Calibri"/>
              </a:rPr>
              <a:t>91.1% issues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Calibri"/>
              </a:rPr>
              <a:t>(41 / 45 fixed)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F0A"/>
                </a:solidFill>
                <a:latin typeface="Calibri"/>
              </a:rPr>
              <a:t>4 risk accepted
(dev deps only)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  <a:latin typeface="Calibri"/>
              </a:rPr>
              <a:t>Verifikasi Production —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0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Online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274320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54864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Connected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274320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4864" cy="11887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34440"/>
            <a:ext cx="2651760" cy="1188720"/>
          </a:xfrm>
          <a:prstGeom prst="rect">
            <a:avLst/>
          </a:prstGeom>
          <a:noFill/>
          <a:ln w="1270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34440"/>
            <a:ext cx="54864" cy="1188720"/>
          </a:xfrm>
          <a:prstGeom prst="rect">
            <a:avLst/>
          </a:prstGeom>
          <a:solidFill>
            <a:srgbClr val="30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Calibri"/>
              </a:rPr>
              <a:t>SSL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Calibri"/>
              </a:rPr>
              <a:t>TLS 1.3 ✓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260604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Endpoint/Command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Hasil</a:t>
                      </a:r>
                    </a:p>
                  </a:txBody>
                  <a:tcPr>
                    <a:solidFill>
                      <a:srgbClr val="30B8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https://medcampus.duckdns.org/health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status:ok, database:connected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Migrations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DESCRIBE User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4 kolom baru terkonfirmasi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RefreshToken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SHOW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Tabel dengan FK ke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PM2 Status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pm2 status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medcampus-client + server ×2 online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github.com/Kahfi10/medcampus/actions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D1D1F"/>
                          </a:solidFill>
                          <a:latin typeface="Calibri"/>
                        </a:rPr>
                        <a:t>Semgrep ✓, npm audit ✓, ESLint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6CC"/>
                </a:solidFill>
                <a:latin typeface="Calibri"/>
              </a:rPr>
              <a:t>https://medcampus.duckdns.org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Calibri"/>
              </a:rPr>
              <a:t>MedCampus — Production-Grade Secure Medical Records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83280"/>
            <a:ext cx="3657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566160"/>
            <a:ext cx="2011680" cy="594360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Calibri"/>
              </a:rPr>
              <a:t>8 Security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58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566160"/>
            <a:ext cx="2011680" cy="594360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Calibri"/>
              </a:rPr>
              <a:t>41 / 45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858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Resolved (91.1%)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566160"/>
            <a:ext cx="2011680" cy="594360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Calibri"/>
              </a:rPr>
              <a:t>AES-256-GCM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858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Encryption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566160"/>
            <a:ext cx="2011680" cy="594360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Calibri"/>
              </a:rPr>
              <a:t>2FA TOTP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858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3566160"/>
            <a:ext cx="2011680" cy="594360"/>
          </a:xfrm>
          <a:prstGeom prst="rect">
            <a:avLst/>
          </a:prstGeom>
          <a:solidFill>
            <a:srgbClr val="2A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  <a:latin typeface="Calibri"/>
              </a:rPr>
              <a:t>GitHub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8587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CI/CD Running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5943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medcampus.duckdns.org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Universitas Muhammadiyah Makassar  ·  Informatika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